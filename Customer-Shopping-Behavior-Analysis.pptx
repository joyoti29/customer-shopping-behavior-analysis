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 to uncover spending patterns, customer segments, and strategic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13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847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4034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0993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Transactional records analyzed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75847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4034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70993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per transaction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75847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4034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70993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Review Rating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237979"/>
            <a:ext cx="27337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Demographics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60119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3237979"/>
            <a:ext cx="23565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&amp; Behavior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360119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Item, Category, Amount, Season, Size, Color, Discount, Shipping, Frequency,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71" y="91306"/>
            <a:ext cx="3307259" cy="4960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20588"/>
            <a:ext cx="472938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3925119" y="958304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1151037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3925119" y="1240482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925119" y="1493639"/>
            <a:ext cx="472276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via Pandas; used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structure and summary stats.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25119" y="1880295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073027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1" name="Text 8"/>
          <p:cNvSpPr/>
          <p:nvPr/>
        </p:nvSpPr>
        <p:spPr>
          <a:xfrm>
            <a:off x="3925119" y="216247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Missing Data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25119" y="2415629"/>
            <a:ext cx="472276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Review_Rating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values using median rating per product category.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25119" y="2802285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2995017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2"/>
          <p:cNvSpPr/>
          <p:nvPr/>
        </p:nvSpPr>
        <p:spPr>
          <a:xfrm>
            <a:off x="3925119" y="3084463"/>
            <a:ext cx="158740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25119" y="3337620"/>
            <a:ext cx="4722763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bins and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dropped redundant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25119" y="391499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925119" y="4107731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9" name="Text 16"/>
          <p:cNvSpPr/>
          <p:nvPr/>
        </p:nvSpPr>
        <p:spPr>
          <a:xfrm>
            <a:off x="3925119" y="4197176"/>
            <a:ext cx="161880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925119" y="4450333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SQL Server for structured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397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total revenue — more than double female customers'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Males also represent the dominant gender in the dataset (2,652 of 3,900 customers).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5477"/>
            <a:ext cx="78792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Ratings &amp; Discount Dependence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82824"/>
            <a:ext cx="31134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Avg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3750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82824"/>
            <a:ext cx="37184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 Products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4603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Products with the highest percentage of discounted purchases: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227213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Hat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50%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Coat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49%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Sneakers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49%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Sweater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48%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Pants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47%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718992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934048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88195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Hats lead both rating and discount dependence — a key campaign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0305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Behavior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393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Data Shows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71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make up only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(1,053) vs. 73% non-subscribers (2,847), yet both groups share the same average spend of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Among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more than 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958 are subscribers vs. 2,518 non-subscribers — indicating significant untapped subscription potential among repeat buyers.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93043"/>
            <a:ext cx="48824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548631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169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001664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First-time or low-frequency buyers with minimal purchase history.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548631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169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00166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Repeat buyers showing growing engagement and purchase frequency.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197200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3437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Loyal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365023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dominant segment; high-frequency buyers driving the majority of revenue.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6308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519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revenue contribution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followed by Middle Aged ($59,197), Adult ($55,978), and Senior ($55,763).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distribution is relatively balanced across age groups, suggesting broad product appeal across demographics.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9514"/>
            <a:ext cx="41698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92462"/>
            <a:ext cx="2628230" cy="141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06860"/>
            <a:ext cx="34655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Dashboard Highlights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74988" y="2287786"/>
            <a:ext cx="1631305" cy="1586731"/>
          </a:xfrm>
          <a:prstGeom prst="roundRect">
            <a:avLst>
              <a:gd name="adj" fmla="val 37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35797" y="2448595"/>
            <a:ext cx="13096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35797" y="3033266"/>
            <a:ext cx="13096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Purchase: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$59.76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| Avg Rating: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3.75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48052" y="2287786"/>
            <a:ext cx="1631379" cy="1586731"/>
          </a:xfrm>
          <a:prstGeom prst="roundRect">
            <a:avLst>
              <a:gd name="adj" fmla="val 37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8861" y="2448595"/>
            <a:ext cx="13097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08861" y="2811810"/>
            <a:ext cx="13097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Subscription, Gender, Category, Shipping Type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21190" y="2287786"/>
            <a:ext cx="1631379" cy="1586731"/>
          </a:xfrm>
          <a:prstGeom prst="roundRect">
            <a:avLst>
              <a:gd name="adj" fmla="val 37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81999" y="2448595"/>
            <a:ext cx="13097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81999" y="2811810"/>
            <a:ext cx="13097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&amp; Revenue by Category and Age Group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528"/>
            <a:ext cx="539382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13" y="1114946"/>
            <a:ext cx="205978" cy="20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2380" y="1110704"/>
            <a:ext cx="174448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2380" y="1405012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to convert the 73% non-subscriber base.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1891605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380" y="1887364"/>
            <a:ext cx="247947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2380" y="218167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move them into the "Loyal" segment.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2668265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380" y="2664023"/>
            <a:ext cx="20606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2380" y="295833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control, especially for discount-dependent products.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13" y="3444925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380" y="3440683"/>
            <a:ext cx="174173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2380" y="373499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and best-selling products in campaigns.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613" y="4221584"/>
            <a:ext cx="205978" cy="20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2380" y="4217343"/>
            <a:ext cx="17314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42380" y="4511650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express-shipping users.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2026-06-28T14:35:45Z</dcterms:created>
  <dcterms:modified xsi:type="dcterms:W3CDTF">2026-06-28T14:35:45Z</dcterms:modified>
</cp:coreProperties>
</file>